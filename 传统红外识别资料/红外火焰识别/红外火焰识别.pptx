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0" r:id="rId5"/>
    <p:sldId id="259" r:id="rId6"/>
    <p:sldId id="261" r:id="rId7"/>
    <p:sldId id="262" r:id="rId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0" d="100"/>
          <a:sy n="110" d="100"/>
        </p:scale>
        <p:origin x="582"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23A504E-9D86-4048-816E-E680A658B8F3}"/>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2D6284AA-7BA3-4259-B76C-C837D3F788D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FD73458D-C57F-4FFD-AD5A-0A5776EE2E29}"/>
              </a:ext>
            </a:extLst>
          </p:cNvPr>
          <p:cNvSpPr>
            <a:spLocks noGrp="1"/>
          </p:cNvSpPr>
          <p:nvPr>
            <p:ph type="dt" sz="half" idx="10"/>
          </p:nvPr>
        </p:nvSpPr>
        <p:spPr/>
        <p:txBody>
          <a:bodyPr/>
          <a:lstStyle/>
          <a:p>
            <a:fld id="{E7D5A047-834A-45D5-9D50-CE71ED409BC5}" type="datetimeFigureOut">
              <a:rPr lang="zh-CN" altLang="en-US" smtClean="0"/>
              <a:t>2021/1/20</a:t>
            </a:fld>
            <a:endParaRPr lang="zh-CN" altLang="en-US"/>
          </a:p>
        </p:txBody>
      </p:sp>
      <p:sp>
        <p:nvSpPr>
          <p:cNvPr id="5" name="页脚占位符 4">
            <a:extLst>
              <a:ext uri="{FF2B5EF4-FFF2-40B4-BE49-F238E27FC236}">
                <a16:creationId xmlns:a16="http://schemas.microsoft.com/office/drawing/2014/main" id="{FCCF788E-F4AD-48BF-9C27-F54ECF8E54F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04745EE-0FE9-47E1-ABE9-346EE56B39E6}"/>
              </a:ext>
            </a:extLst>
          </p:cNvPr>
          <p:cNvSpPr>
            <a:spLocks noGrp="1"/>
          </p:cNvSpPr>
          <p:nvPr>
            <p:ph type="sldNum" sz="quarter" idx="12"/>
          </p:nvPr>
        </p:nvSpPr>
        <p:spPr/>
        <p:txBody>
          <a:bodyPr/>
          <a:lstStyle/>
          <a:p>
            <a:fld id="{86D273BD-FA64-4383-B761-60C1B68AB106}" type="slidenum">
              <a:rPr lang="zh-CN" altLang="en-US" smtClean="0"/>
              <a:t>‹#›</a:t>
            </a:fld>
            <a:endParaRPr lang="zh-CN" altLang="en-US"/>
          </a:p>
        </p:txBody>
      </p:sp>
    </p:spTree>
    <p:extLst>
      <p:ext uri="{BB962C8B-B14F-4D97-AF65-F5344CB8AC3E}">
        <p14:creationId xmlns:p14="http://schemas.microsoft.com/office/powerpoint/2010/main" val="37154372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1DE4AFD-B9B7-4A1A-91F9-A3C96436EDB7}"/>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801629CA-FD91-4263-B4C8-816A93895BCF}"/>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6CF6C7E-35DB-438C-9AA8-637B4C9F7513}"/>
              </a:ext>
            </a:extLst>
          </p:cNvPr>
          <p:cNvSpPr>
            <a:spLocks noGrp="1"/>
          </p:cNvSpPr>
          <p:nvPr>
            <p:ph type="dt" sz="half" idx="10"/>
          </p:nvPr>
        </p:nvSpPr>
        <p:spPr/>
        <p:txBody>
          <a:bodyPr/>
          <a:lstStyle/>
          <a:p>
            <a:fld id="{E7D5A047-834A-45D5-9D50-CE71ED409BC5}" type="datetimeFigureOut">
              <a:rPr lang="zh-CN" altLang="en-US" smtClean="0"/>
              <a:t>2021/1/20</a:t>
            </a:fld>
            <a:endParaRPr lang="zh-CN" altLang="en-US"/>
          </a:p>
        </p:txBody>
      </p:sp>
      <p:sp>
        <p:nvSpPr>
          <p:cNvPr id="5" name="页脚占位符 4">
            <a:extLst>
              <a:ext uri="{FF2B5EF4-FFF2-40B4-BE49-F238E27FC236}">
                <a16:creationId xmlns:a16="http://schemas.microsoft.com/office/drawing/2014/main" id="{4738AFF1-4FB9-4900-9D3A-4893C07B717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C7C893D-1FF4-4F28-9389-FB11D06E2363}"/>
              </a:ext>
            </a:extLst>
          </p:cNvPr>
          <p:cNvSpPr>
            <a:spLocks noGrp="1"/>
          </p:cNvSpPr>
          <p:nvPr>
            <p:ph type="sldNum" sz="quarter" idx="12"/>
          </p:nvPr>
        </p:nvSpPr>
        <p:spPr/>
        <p:txBody>
          <a:bodyPr/>
          <a:lstStyle/>
          <a:p>
            <a:fld id="{86D273BD-FA64-4383-B761-60C1B68AB106}" type="slidenum">
              <a:rPr lang="zh-CN" altLang="en-US" smtClean="0"/>
              <a:t>‹#›</a:t>
            </a:fld>
            <a:endParaRPr lang="zh-CN" altLang="en-US"/>
          </a:p>
        </p:txBody>
      </p:sp>
    </p:spTree>
    <p:extLst>
      <p:ext uri="{BB962C8B-B14F-4D97-AF65-F5344CB8AC3E}">
        <p14:creationId xmlns:p14="http://schemas.microsoft.com/office/powerpoint/2010/main" val="23905730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FE95A07-F2FE-425E-A2E6-F6EC36073E49}"/>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7AA86CE6-F458-4CEA-99AB-2B1421AAE59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D12FD406-3FA3-4154-AB51-5D5ABA84E04E}"/>
              </a:ext>
            </a:extLst>
          </p:cNvPr>
          <p:cNvSpPr>
            <a:spLocks noGrp="1"/>
          </p:cNvSpPr>
          <p:nvPr>
            <p:ph type="dt" sz="half" idx="10"/>
          </p:nvPr>
        </p:nvSpPr>
        <p:spPr/>
        <p:txBody>
          <a:bodyPr/>
          <a:lstStyle/>
          <a:p>
            <a:fld id="{E7D5A047-834A-45D5-9D50-CE71ED409BC5}" type="datetimeFigureOut">
              <a:rPr lang="zh-CN" altLang="en-US" smtClean="0"/>
              <a:t>2021/1/20</a:t>
            </a:fld>
            <a:endParaRPr lang="zh-CN" altLang="en-US"/>
          </a:p>
        </p:txBody>
      </p:sp>
      <p:sp>
        <p:nvSpPr>
          <p:cNvPr id="5" name="页脚占位符 4">
            <a:extLst>
              <a:ext uri="{FF2B5EF4-FFF2-40B4-BE49-F238E27FC236}">
                <a16:creationId xmlns:a16="http://schemas.microsoft.com/office/drawing/2014/main" id="{39A42B08-8164-414D-B5A8-3D33A2CCFFC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BEF86C7-975A-4A86-8F14-7173DEF57D96}"/>
              </a:ext>
            </a:extLst>
          </p:cNvPr>
          <p:cNvSpPr>
            <a:spLocks noGrp="1"/>
          </p:cNvSpPr>
          <p:nvPr>
            <p:ph type="sldNum" sz="quarter" idx="12"/>
          </p:nvPr>
        </p:nvSpPr>
        <p:spPr/>
        <p:txBody>
          <a:bodyPr/>
          <a:lstStyle/>
          <a:p>
            <a:fld id="{86D273BD-FA64-4383-B761-60C1B68AB106}" type="slidenum">
              <a:rPr lang="zh-CN" altLang="en-US" smtClean="0"/>
              <a:t>‹#›</a:t>
            </a:fld>
            <a:endParaRPr lang="zh-CN" altLang="en-US"/>
          </a:p>
        </p:txBody>
      </p:sp>
    </p:spTree>
    <p:extLst>
      <p:ext uri="{BB962C8B-B14F-4D97-AF65-F5344CB8AC3E}">
        <p14:creationId xmlns:p14="http://schemas.microsoft.com/office/powerpoint/2010/main" val="15590225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3ED3DA8-0B13-4061-8083-099D9C438CCB}"/>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AD98EECA-09A6-4A5C-BAB2-167FB111895B}"/>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74C7F5BE-FCBA-4B18-8A37-B80FF3015192}"/>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40888438-D204-4436-8C63-6CA57B919743}"/>
              </a:ext>
            </a:extLst>
          </p:cNvPr>
          <p:cNvSpPr>
            <a:spLocks noGrp="1"/>
          </p:cNvSpPr>
          <p:nvPr>
            <p:ph type="dt" sz="half" idx="10"/>
          </p:nvPr>
        </p:nvSpPr>
        <p:spPr/>
        <p:txBody>
          <a:bodyPr/>
          <a:lstStyle/>
          <a:p>
            <a:fld id="{E7D5A047-834A-45D5-9D50-CE71ED409BC5}" type="datetimeFigureOut">
              <a:rPr lang="zh-CN" altLang="en-US" smtClean="0"/>
              <a:t>2021/1/20</a:t>
            </a:fld>
            <a:endParaRPr lang="zh-CN" altLang="en-US"/>
          </a:p>
        </p:txBody>
      </p:sp>
      <p:sp>
        <p:nvSpPr>
          <p:cNvPr id="6" name="页脚占位符 5">
            <a:extLst>
              <a:ext uri="{FF2B5EF4-FFF2-40B4-BE49-F238E27FC236}">
                <a16:creationId xmlns:a16="http://schemas.microsoft.com/office/drawing/2014/main" id="{17DB3F59-7F46-4A83-8022-74B876B00747}"/>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9CB4F57-4CFA-47B5-8580-CAC58C01CD4D}"/>
              </a:ext>
            </a:extLst>
          </p:cNvPr>
          <p:cNvSpPr>
            <a:spLocks noGrp="1"/>
          </p:cNvSpPr>
          <p:nvPr>
            <p:ph type="sldNum" sz="quarter" idx="12"/>
          </p:nvPr>
        </p:nvSpPr>
        <p:spPr/>
        <p:txBody>
          <a:bodyPr/>
          <a:lstStyle/>
          <a:p>
            <a:fld id="{86D273BD-FA64-4383-B761-60C1B68AB106}" type="slidenum">
              <a:rPr lang="zh-CN" altLang="en-US" smtClean="0"/>
              <a:t>‹#›</a:t>
            </a:fld>
            <a:endParaRPr lang="zh-CN" altLang="en-US"/>
          </a:p>
        </p:txBody>
      </p:sp>
    </p:spTree>
    <p:extLst>
      <p:ext uri="{BB962C8B-B14F-4D97-AF65-F5344CB8AC3E}">
        <p14:creationId xmlns:p14="http://schemas.microsoft.com/office/powerpoint/2010/main" val="12789587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69F18CD-FFD3-4A68-8226-FA827D8B5C53}"/>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12F4BD52-D105-4C80-A88E-864BB020E92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70652626-CBF1-4C12-9554-0118045E6E6C}"/>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8A58A760-AA6A-4176-A160-BCB50530B5D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98581E53-CC52-48DE-9E7B-8725FB034725}"/>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673750B6-0A3B-43DA-AAD7-5D8C434829F6}"/>
              </a:ext>
            </a:extLst>
          </p:cNvPr>
          <p:cNvSpPr>
            <a:spLocks noGrp="1"/>
          </p:cNvSpPr>
          <p:nvPr>
            <p:ph type="dt" sz="half" idx="10"/>
          </p:nvPr>
        </p:nvSpPr>
        <p:spPr/>
        <p:txBody>
          <a:bodyPr/>
          <a:lstStyle/>
          <a:p>
            <a:fld id="{E7D5A047-834A-45D5-9D50-CE71ED409BC5}" type="datetimeFigureOut">
              <a:rPr lang="zh-CN" altLang="en-US" smtClean="0"/>
              <a:t>2021/1/20</a:t>
            </a:fld>
            <a:endParaRPr lang="zh-CN" altLang="en-US"/>
          </a:p>
        </p:txBody>
      </p:sp>
      <p:sp>
        <p:nvSpPr>
          <p:cNvPr id="8" name="页脚占位符 7">
            <a:extLst>
              <a:ext uri="{FF2B5EF4-FFF2-40B4-BE49-F238E27FC236}">
                <a16:creationId xmlns:a16="http://schemas.microsoft.com/office/drawing/2014/main" id="{8DD70CA2-610D-4EAB-98B8-A554E37E2819}"/>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B5BD2AF7-04DA-4FBF-9F21-2E7B5E5126DC}"/>
              </a:ext>
            </a:extLst>
          </p:cNvPr>
          <p:cNvSpPr>
            <a:spLocks noGrp="1"/>
          </p:cNvSpPr>
          <p:nvPr>
            <p:ph type="sldNum" sz="quarter" idx="12"/>
          </p:nvPr>
        </p:nvSpPr>
        <p:spPr/>
        <p:txBody>
          <a:bodyPr/>
          <a:lstStyle/>
          <a:p>
            <a:fld id="{86D273BD-FA64-4383-B761-60C1B68AB106}" type="slidenum">
              <a:rPr lang="zh-CN" altLang="en-US" smtClean="0"/>
              <a:t>‹#›</a:t>
            </a:fld>
            <a:endParaRPr lang="zh-CN" altLang="en-US"/>
          </a:p>
        </p:txBody>
      </p:sp>
    </p:spTree>
    <p:extLst>
      <p:ext uri="{BB962C8B-B14F-4D97-AF65-F5344CB8AC3E}">
        <p14:creationId xmlns:p14="http://schemas.microsoft.com/office/powerpoint/2010/main" val="24027359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C22F08C-7402-4C7E-BF4A-2BF3DBB6DA50}"/>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7D614092-A3DB-4300-83DB-E121806838CF}"/>
              </a:ext>
            </a:extLst>
          </p:cNvPr>
          <p:cNvSpPr>
            <a:spLocks noGrp="1"/>
          </p:cNvSpPr>
          <p:nvPr>
            <p:ph type="dt" sz="half" idx="10"/>
          </p:nvPr>
        </p:nvSpPr>
        <p:spPr/>
        <p:txBody>
          <a:bodyPr/>
          <a:lstStyle/>
          <a:p>
            <a:fld id="{E7D5A047-834A-45D5-9D50-CE71ED409BC5}" type="datetimeFigureOut">
              <a:rPr lang="zh-CN" altLang="en-US" smtClean="0"/>
              <a:t>2021/1/20</a:t>
            </a:fld>
            <a:endParaRPr lang="zh-CN" altLang="en-US"/>
          </a:p>
        </p:txBody>
      </p:sp>
      <p:sp>
        <p:nvSpPr>
          <p:cNvPr id="4" name="页脚占位符 3">
            <a:extLst>
              <a:ext uri="{FF2B5EF4-FFF2-40B4-BE49-F238E27FC236}">
                <a16:creationId xmlns:a16="http://schemas.microsoft.com/office/drawing/2014/main" id="{97A08C9D-9D89-47C7-AC56-3CC7B1AEDE5B}"/>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C4D8CC7F-4772-4CAE-A7E7-966399E5DB63}"/>
              </a:ext>
            </a:extLst>
          </p:cNvPr>
          <p:cNvSpPr>
            <a:spLocks noGrp="1"/>
          </p:cNvSpPr>
          <p:nvPr>
            <p:ph type="sldNum" sz="quarter" idx="12"/>
          </p:nvPr>
        </p:nvSpPr>
        <p:spPr/>
        <p:txBody>
          <a:bodyPr/>
          <a:lstStyle/>
          <a:p>
            <a:fld id="{86D273BD-FA64-4383-B761-60C1B68AB106}" type="slidenum">
              <a:rPr lang="zh-CN" altLang="en-US" smtClean="0"/>
              <a:t>‹#›</a:t>
            </a:fld>
            <a:endParaRPr lang="zh-CN" altLang="en-US"/>
          </a:p>
        </p:txBody>
      </p:sp>
    </p:spTree>
    <p:extLst>
      <p:ext uri="{BB962C8B-B14F-4D97-AF65-F5344CB8AC3E}">
        <p14:creationId xmlns:p14="http://schemas.microsoft.com/office/powerpoint/2010/main" val="6909189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9292AB0E-0D76-4135-8717-72644294AF15}"/>
              </a:ext>
            </a:extLst>
          </p:cNvPr>
          <p:cNvSpPr>
            <a:spLocks noGrp="1"/>
          </p:cNvSpPr>
          <p:nvPr>
            <p:ph type="dt" sz="half" idx="10"/>
          </p:nvPr>
        </p:nvSpPr>
        <p:spPr/>
        <p:txBody>
          <a:bodyPr/>
          <a:lstStyle/>
          <a:p>
            <a:fld id="{E7D5A047-834A-45D5-9D50-CE71ED409BC5}" type="datetimeFigureOut">
              <a:rPr lang="zh-CN" altLang="en-US" smtClean="0"/>
              <a:t>2021/1/20</a:t>
            </a:fld>
            <a:endParaRPr lang="zh-CN" altLang="en-US"/>
          </a:p>
        </p:txBody>
      </p:sp>
      <p:sp>
        <p:nvSpPr>
          <p:cNvPr id="3" name="页脚占位符 2">
            <a:extLst>
              <a:ext uri="{FF2B5EF4-FFF2-40B4-BE49-F238E27FC236}">
                <a16:creationId xmlns:a16="http://schemas.microsoft.com/office/drawing/2014/main" id="{2D51CA7E-2711-4960-A4CE-2AF53B36AB66}"/>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6E648E01-1542-4D0D-8CE6-8588A3BEB56C}"/>
              </a:ext>
            </a:extLst>
          </p:cNvPr>
          <p:cNvSpPr>
            <a:spLocks noGrp="1"/>
          </p:cNvSpPr>
          <p:nvPr>
            <p:ph type="sldNum" sz="quarter" idx="12"/>
          </p:nvPr>
        </p:nvSpPr>
        <p:spPr/>
        <p:txBody>
          <a:bodyPr/>
          <a:lstStyle/>
          <a:p>
            <a:fld id="{86D273BD-FA64-4383-B761-60C1B68AB106}" type="slidenum">
              <a:rPr lang="zh-CN" altLang="en-US" smtClean="0"/>
              <a:t>‹#›</a:t>
            </a:fld>
            <a:endParaRPr lang="zh-CN" altLang="en-US"/>
          </a:p>
        </p:txBody>
      </p:sp>
    </p:spTree>
    <p:extLst>
      <p:ext uri="{BB962C8B-B14F-4D97-AF65-F5344CB8AC3E}">
        <p14:creationId xmlns:p14="http://schemas.microsoft.com/office/powerpoint/2010/main" val="39203152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C52CB28-DA4C-4A60-A203-6D5647B41194}"/>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BEEF577A-2D86-498F-9C1C-6A06C68496E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310A0042-8C39-46DC-8A8E-91646DE44AB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25FC89CA-5934-4D17-81CA-57B242E58C86}"/>
              </a:ext>
            </a:extLst>
          </p:cNvPr>
          <p:cNvSpPr>
            <a:spLocks noGrp="1"/>
          </p:cNvSpPr>
          <p:nvPr>
            <p:ph type="dt" sz="half" idx="10"/>
          </p:nvPr>
        </p:nvSpPr>
        <p:spPr/>
        <p:txBody>
          <a:bodyPr/>
          <a:lstStyle/>
          <a:p>
            <a:fld id="{E7D5A047-834A-45D5-9D50-CE71ED409BC5}" type="datetimeFigureOut">
              <a:rPr lang="zh-CN" altLang="en-US" smtClean="0"/>
              <a:t>2021/1/20</a:t>
            </a:fld>
            <a:endParaRPr lang="zh-CN" altLang="en-US"/>
          </a:p>
        </p:txBody>
      </p:sp>
      <p:sp>
        <p:nvSpPr>
          <p:cNvPr id="6" name="页脚占位符 5">
            <a:extLst>
              <a:ext uri="{FF2B5EF4-FFF2-40B4-BE49-F238E27FC236}">
                <a16:creationId xmlns:a16="http://schemas.microsoft.com/office/drawing/2014/main" id="{68E953CF-E9C7-437E-A444-97C150F5D2F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8D627815-E521-489B-BCC3-1AF6A6919D5E}"/>
              </a:ext>
            </a:extLst>
          </p:cNvPr>
          <p:cNvSpPr>
            <a:spLocks noGrp="1"/>
          </p:cNvSpPr>
          <p:nvPr>
            <p:ph type="sldNum" sz="quarter" idx="12"/>
          </p:nvPr>
        </p:nvSpPr>
        <p:spPr/>
        <p:txBody>
          <a:bodyPr/>
          <a:lstStyle/>
          <a:p>
            <a:fld id="{86D273BD-FA64-4383-B761-60C1B68AB106}" type="slidenum">
              <a:rPr lang="zh-CN" altLang="en-US" smtClean="0"/>
              <a:t>‹#›</a:t>
            </a:fld>
            <a:endParaRPr lang="zh-CN" altLang="en-US"/>
          </a:p>
        </p:txBody>
      </p:sp>
    </p:spTree>
    <p:extLst>
      <p:ext uri="{BB962C8B-B14F-4D97-AF65-F5344CB8AC3E}">
        <p14:creationId xmlns:p14="http://schemas.microsoft.com/office/powerpoint/2010/main" val="32344420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33826FF-20F8-4748-BE84-3B3B7B958B5C}"/>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BBF78191-58D0-40A3-9B25-BBF3D56FB3F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3539EB8E-4FB5-4582-829D-D06853A51DB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BF7A727D-9BDF-4F7C-A2AB-89DB54D26656}"/>
              </a:ext>
            </a:extLst>
          </p:cNvPr>
          <p:cNvSpPr>
            <a:spLocks noGrp="1"/>
          </p:cNvSpPr>
          <p:nvPr>
            <p:ph type="dt" sz="half" idx="10"/>
          </p:nvPr>
        </p:nvSpPr>
        <p:spPr/>
        <p:txBody>
          <a:bodyPr/>
          <a:lstStyle/>
          <a:p>
            <a:fld id="{E7D5A047-834A-45D5-9D50-CE71ED409BC5}" type="datetimeFigureOut">
              <a:rPr lang="zh-CN" altLang="en-US" smtClean="0"/>
              <a:t>2021/1/20</a:t>
            </a:fld>
            <a:endParaRPr lang="zh-CN" altLang="en-US"/>
          </a:p>
        </p:txBody>
      </p:sp>
      <p:sp>
        <p:nvSpPr>
          <p:cNvPr id="6" name="页脚占位符 5">
            <a:extLst>
              <a:ext uri="{FF2B5EF4-FFF2-40B4-BE49-F238E27FC236}">
                <a16:creationId xmlns:a16="http://schemas.microsoft.com/office/drawing/2014/main" id="{1D8BDB83-D1BE-4127-814E-4AEF4707A322}"/>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346E498-CF17-440D-89FE-EC46398581BE}"/>
              </a:ext>
            </a:extLst>
          </p:cNvPr>
          <p:cNvSpPr>
            <a:spLocks noGrp="1"/>
          </p:cNvSpPr>
          <p:nvPr>
            <p:ph type="sldNum" sz="quarter" idx="12"/>
          </p:nvPr>
        </p:nvSpPr>
        <p:spPr/>
        <p:txBody>
          <a:bodyPr/>
          <a:lstStyle/>
          <a:p>
            <a:fld id="{86D273BD-FA64-4383-B761-60C1B68AB106}" type="slidenum">
              <a:rPr lang="zh-CN" altLang="en-US" smtClean="0"/>
              <a:t>‹#›</a:t>
            </a:fld>
            <a:endParaRPr lang="zh-CN" altLang="en-US"/>
          </a:p>
        </p:txBody>
      </p:sp>
    </p:spTree>
    <p:extLst>
      <p:ext uri="{BB962C8B-B14F-4D97-AF65-F5344CB8AC3E}">
        <p14:creationId xmlns:p14="http://schemas.microsoft.com/office/powerpoint/2010/main" val="12131324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FD5E9F3-71C8-4170-9BDA-365AA1068732}"/>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F5D60DCC-C962-4082-8A19-1D8468A49E47}"/>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A351765-0E09-4B9A-B01B-CBC3F94D4A18}"/>
              </a:ext>
            </a:extLst>
          </p:cNvPr>
          <p:cNvSpPr>
            <a:spLocks noGrp="1"/>
          </p:cNvSpPr>
          <p:nvPr>
            <p:ph type="dt" sz="half" idx="10"/>
          </p:nvPr>
        </p:nvSpPr>
        <p:spPr/>
        <p:txBody>
          <a:bodyPr/>
          <a:lstStyle/>
          <a:p>
            <a:fld id="{E7D5A047-834A-45D5-9D50-CE71ED409BC5}" type="datetimeFigureOut">
              <a:rPr lang="zh-CN" altLang="en-US" smtClean="0"/>
              <a:t>2021/1/20</a:t>
            </a:fld>
            <a:endParaRPr lang="zh-CN" altLang="en-US"/>
          </a:p>
        </p:txBody>
      </p:sp>
      <p:sp>
        <p:nvSpPr>
          <p:cNvPr id="5" name="页脚占位符 4">
            <a:extLst>
              <a:ext uri="{FF2B5EF4-FFF2-40B4-BE49-F238E27FC236}">
                <a16:creationId xmlns:a16="http://schemas.microsoft.com/office/drawing/2014/main" id="{226E53F0-0FB9-4455-9727-CF8C481CC23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C3DAFCC-0EC9-4EDE-BE0A-670CD9583BDF}"/>
              </a:ext>
            </a:extLst>
          </p:cNvPr>
          <p:cNvSpPr>
            <a:spLocks noGrp="1"/>
          </p:cNvSpPr>
          <p:nvPr>
            <p:ph type="sldNum" sz="quarter" idx="12"/>
          </p:nvPr>
        </p:nvSpPr>
        <p:spPr/>
        <p:txBody>
          <a:bodyPr/>
          <a:lstStyle/>
          <a:p>
            <a:fld id="{86D273BD-FA64-4383-B761-60C1B68AB106}" type="slidenum">
              <a:rPr lang="zh-CN" altLang="en-US" smtClean="0"/>
              <a:t>‹#›</a:t>
            </a:fld>
            <a:endParaRPr lang="zh-CN" altLang="en-US"/>
          </a:p>
        </p:txBody>
      </p:sp>
    </p:spTree>
    <p:extLst>
      <p:ext uri="{BB962C8B-B14F-4D97-AF65-F5344CB8AC3E}">
        <p14:creationId xmlns:p14="http://schemas.microsoft.com/office/powerpoint/2010/main" val="13441300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88B0EA44-9642-417D-A84A-2B853F9E2B52}"/>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81754B4F-D5F2-4E1E-800E-ED5204C774B5}"/>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83F1BBC-816A-4EBE-B928-C9E791808BDA}"/>
              </a:ext>
            </a:extLst>
          </p:cNvPr>
          <p:cNvSpPr>
            <a:spLocks noGrp="1"/>
          </p:cNvSpPr>
          <p:nvPr>
            <p:ph type="dt" sz="half" idx="10"/>
          </p:nvPr>
        </p:nvSpPr>
        <p:spPr/>
        <p:txBody>
          <a:bodyPr/>
          <a:lstStyle/>
          <a:p>
            <a:fld id="{E7D5A047-834A-45D5-9D50-CE71ED409BC5}" type="datetimeFigureOut">
              <a:rPr lang="zh-CN" altLang="en-US" smtClean="0"/>
              <a:t>2021/1/20</a:t>
            </a:fld>
            <a:endParaRPr lang="zh-CN" altLang="en-US"/>
          </a:p>
        </p:txBody>
      </p:sp>
      <p:sp>
        <p:nvSpPr>
          <p:cNvPr id="5" name="页脚占位符 4">
            <a:extLst>
              <a:ext uri="{FF2B5EF4-FFF2-40B4-BE49-F238E27FC236}">
                <a16:creationId xmlns:a16="http://schemas.microsoft.com/office/drawing/2014/main" id="{D2DE3244-E4C1-419C-926C-D0FB9547450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4EBA694-5DA0-4FA1-AB19-97ED5BBD45CD}"/>
              </a:ext>
            </a:extLst>
          </p:cNvPr>
          <p:cNvSpPr>
            <a:spLocks noGrp="1"/>
          </p:cNvSpPr>
          <p:nvPr>
            <p:ph type="sldNum" sz="quarter" idx="12"/>
          </p:nvPr>
        </p:nvSpPr>
        <p:spPr/>
        <p:txBody>
          <a:bodyPr/>
          <a:lstStyle/>
          <a:p>
            <a:fld id="{86D273BD-FA64-4383-B761-60C1B68AB106}" type="slidenum">
              <a:rPr lang="zh-CN" altLang="en-US" smtClean="0"/>
              <a:t>‹#›</a:t>
            </a:fld>
            <a:endParaRPr lang="zh-CN" altLang="en-US"/>
          </a:p>
        </p:txBody>
      </p:sp>
    </p:spTree>
    <p:extLst>
      <p:ext uri="{BB962C8B-B14F-4D97-AF65-F5344CB8AC3E}">
        <p14:creationId xmlns:p14="http://schemas.microsoft.com/office/powerpoint/2010/main" val="2745470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B0895F45-73A0-4AC7-BDDC-1E6A02EC454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A2699B25-BC05-492E-96A4-CBF4416E606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8501860-B8E7-4C75-944F-341DAC79AA9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7D5A047-834A-45D5-9D50-CE71ED409BC5}" type="datetimeFigureOut">
              <a:rPr lang="zh-CN" altLang="en-US" smtClean="0"/>
              <a:t>2021/1/20</a:t>
            </a:fld>
            <a:endParaRPr lang="zh-CN" altLang="en-US"/>
          </a:p>
        </p:txBody>
      </p:sp>
      <p:sp>
        <p:nvSpPr>
          <p:cNvPr id="5" name="页脚占位符 4">
            <a:extLst>
              <a:ext uri="{FF2B5EF4-FFF2-40B4-BE49-F238E27FC236}">
                <a16:creationId xmlns:a16="http://schemas.microsoft.com/office/drawing/2014/main" id="{23806343-FC55-4E5C-A5F8-E5F8549A848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82B672B1-0F8F-4E03-8A0B-2EB77774BC5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6D273BD-FA64-4383-B761-60C1B68AB106}" type="slidenum">
              <a:rPr lang="zh-CN" altLang="en-US" smtClean="0"/>
              <a:t>‹#›</a:t>
            </a:fld>
            <a:endParaRPr lang="zh-CN" altLang="en-US"/>
          </a:p>
        </p:txBody>
      </p:sp>
    </p:spTree>
    <p:extLst>
      <p:ext uri="{BB962C8B-B14F-4D97-AF65-F5344CB8AC3E}">
        <p14:creationId xmlns:p14="http://schemas.microsoft.com/office/powerpoint/2010/main" val="20320621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47AE534-1BD4-4133-AEAB-4D4F17448CBF}"/>
              </a:ext>
            </a:extLst>
          </p:cNvPr>
          <p:cNvSpPr>
            <a:spLocks noGrp="1"/>
          </p:cNvSpPr>
          <p:nvPr>
            <p:ph type="ctrTitle"/>
          </p:nvPr>
        </p:nvSpPr>
        <p:spPr/>
        <p:txBody>
          <a:bodyPr/>
          <a:lstStyle/>
          <a:p>
            <a:r>
              <a:rPr lang="zh-CN" altLang="en-US" dirty="0"/>
              <a:t>红外目标识别</a:t>
            </a:r>
          </a:p>
        </p:txBody>
      </p:sp>
      <p:sp>
        <p:nvSpPr>
          <p:cNvPr id="3" name="副标题 2">
            <a:extLst>
              <a:ext uri="{FF2B5EF4-FFF2-40B4-BE49-F238E27FC236}">
                <a16:creationId xmlns:a16="http://schemas.microsoft.com/office/drawing/2014/main" id="{BA8406C8-EB1F-419F-9938-2A74D2AD91D8}"/>
              </a:ext>
            </a:extLst>
          </p:cNvPr>
          <p:cNvSpPr>
            <a:spLocks noGrp="1"/>
          </p:cNvSpPr>
          <p:nvPr>
            <p:ph type="subTitle" idx="1"/>
          </p:nvPr>
        </p:nvSpPr>
        <p:spPr/>
        <p:txBody>
          <a:bodyPr/>
          <a:lstStyle/>
          <a:p>
            <a:endParaRPr lang="zh-CN" altLang="en-US"/>
          </a:p>
        </p:txBody>
      </p:sp>
    </p:spTree>
    <p:extLst>
      <p:ext uri="{BB962C8B-B14F-4D97-AF65-F5344CB8AC3E}">
        <p14:creationId xmlns:p14="http://schemas.microsoft.com/office/powerpoint/2010/main" val="4586433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4001A8B-223A-44E7-8F97-B90DFAF19DB4}"/>
              </a:ext>
            </a:extLst>
          </p:cNvPr>
          <p:cNvSpPr>
            <a:spLocks noGrp="1"/>
          </p:cNvSpPr>
          <p:nvPr>
            <p:ph type="title"/>
          </p:nvPr>
        </p:nvSpPr>
        <p:spPr/>
        <p:txBody>
          <a:bodyPr/>
          <a:lstStyle/>
          <a:p>
            <a:r>
              <a:rPr lang="zh-CN" altLang="en-US" dirty="0"/>
              <a:t>第一步 灰度化图像</a:t>
            </a:r>
          </a:p>
        </p:txBody>
      </p:sp>
      <p:sp>
        <p:nvSpPr>
          <p:cNvPr id="3" name="内容占位符 2">
            <a:extLst>
              <a:ext uri="{FF2B5EF4-FFF2-40B4-BE49-F238E27FC236}">
                <a16:creationId xmlns:a16="http://schemas.microsoft.com/office/drawing/2014/main" id="{DB131027-817F-441E-8585-275F796F60E0}"/>
              </a:ext>
            </a:extLst>
          </p:cNvPr>
          <p:cNvSpPr>
            <a:spLocks noGrp="1"/>
          </p:cNvSpPr>
          <p:nvPr>
            <p:ph idx="1"/>
          </p:nvPr>
        </p:nvSpPr>
        <p:spPr/>
        <p:txBody>
          <a:bodyPr/>
          <a:lstStyle/>
          <a:p>
            <a:r>
              <a:rPr lang="zh-CN" altLang="en-US" dirty="0"/>
              <a:t>将热像仪输出的伪彩色图像转换为灰度图像以减小数据量</a:t>
            </a:r>
            <a:endParaRPr lang="en-US" altLang="zh-CN" dirty="0"/>
          </a:p>
          <a:p>
            <a:r>
              <a:rPr lang="zh-CN" altLang="en-US" dirty="0"/>
              <a:t>转换后的图像中亮度越高，温度越高</a:t>
            </a:r>
          </a:p>
        </p:txBody>
      </p:sp>
      <p:pic>
        <p:nvPicPr>
          <p:cNvPr id="5" name="图片 4">
            <a:extLst>
              <a:ext uri="{FF2B5EF4-FFF2-40B4-BE49-F238E27FC236}">
                <a16:creationId xmlns:a16="http://schemas.microsoft.com/office/drawing/2014/main" id="{CCDC753E-7FC4-430E-9190-E0FF28022DBB}"/>
              </a:ext>
            </a:extLst>
          </p:cNvPr>
          <p:cNvPicPr>
            <a:picLocks noChangeAspect="1"/>
          </p:cNvPicPr>
          <p:nvPr/>
        </p:nvPicPr>
        <p:blipFill>
          <a:blip r:embed="rId2"/>
          <a:stretch>
            <a:fillRect/>
          </a:stretch>
        </p:blipFill>
        <p:spPr>
          <a:xfrm>
            <a:off x="2781787" y="3709823"/>
            <a:ext cx="3402330" cy="2462991"/>
          </a:xfrm>
          <a:prstGeom prst="rect">
            <a:avLst/>
          </a:prstGeom>
        </p:spPr>
      </p:pic>
      <p:pic>
        <p:nvPicPr>
          <p:cNvPr id="7" name="图片 6">
            <a:extLst>
              <a:ext uri="{FF2B5EF4-FFF2-40B4-BE49-F238E27FC236}">
                <a16:creationId xmlns:a16="http://schemas.microsoft.com/office/drawing/2014/main" id="{1B291608-B258-4DD8-AF13-A41ECF87A08F}"/>
              </a:ext>
            </a:extLst>
          </p:cNvPr>
          <p:cNvPicPr>
            <a:picLocks noChangeAspect="1"/>
          </p:cNvPicPr>
          <p:nvPr/>
        </p:nvPicPr>
        <p:blipFill>
          <a:blip r:embed="rId3"/>
          <a:stretch>
            <a:fillRect/>
          </a:stretch>
        </p:blipFill>
        <p:spPr>
          <a:xfrm>
            <a:off x="6233382" y="3709823"/>
            <a:ext cx="3261643" cy="2467140"/>
          </a:xfrm>
          <a:prstGeom prst="rect">
            <a:avLst/>
          </a:prstGeom>
        </p:spPr>
      </p:pic>
    </p:spTree>
    <p:extLst>
      <p:ext uri="{BB962C8B-B14F-4D97-AF65-F5344CB8AC3E}">
        <p14:creationId xmlns:p14="http://schemas.microsoft.com/office/powerpoint/2010/main" val="28044520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63766BD-8023-4428-A3C6-740975F76D28}"/>
              </a:ext>
            </a:extLst>
          </p:cNvPr>
          <p:cNvSpPr>
            <a:spLocks noGrp="1"/>
          </p:cNvSpPr>
          <p:nvPr>
            <p:ph type="title"/>
          </p:nvPr>
        </p:nvSpPr>
        <p:spPr/>
        <p:txBody>
          <a:bodyPr/>
          <a:lstStyle/>
          <a:p>
            <a:r>
              <a:rPr lang="zh-CN" altLang="en-US" dirty="0"/>
              <a:t>第二步 分割图像</a:t>
            </a:r>
          </a:p>
        </p:txBody>
      </p:sp>
      <p:sp>
        <p:nvSpPr>
          <p:cNvPr id="3" name="内容占位符 2">
            <a:extLst>
              <a:ext uri="{FF2B5EF4-FFF2-40B4-BE49-F238E27FC236}">
                <a16:creationId xmlns:a16="http://schemas.microsoft.com/office/drawing/2014/main" id="{AB88A549-2C60-43A8-997D-265FE6226242}"/>
              </a:ext>
            </a:extLst>
          </p:cNvPr>
          <p:cNvSpPr>
            <a:spLocks noGrp="1"/>
          </p:cNvSpPr>
          <p:nvPr>
            <p:ph idx="1"/>
          </p:nvPr>
        </p:nvSpPr>
        <p:spPr/>
        <p:txBody>
          <a:bodyPr/>
          <a:lstStyle/>
          <a:p>
            <a:r>
              <a:rPr lang="zh-CN" altLang="en-US" dirty="0"/>
              <a:t>图像分割即分离图像的背景和主体，只保留可能感兴趣的区域</a:t>
            </a:r>
            <a:endParaRPr lang="en-US" altLang="zh-CN" dirty="0"/>
          </a:p>
          <a:p>
            <a:r>
              <a:rPr lang="zh-CN" altLang="en-US" dirty="0"/>
              <a:t>大体上可以分为：</a:t>
            </a:r>
            <a:endParaRPr lang="en-US" altLang="zh-CN" dirty="0"/>
          </a:p>
          <a:p>
            <a:r>
              <a:rPr lang="en-US" altLang="zh-CN" dirty="0"/>
              <a:t>1. </a:t>
            </a:r>
            <a:r>
              <a:rPr lang="zh-CN" altLang="en-US" dirty="0"/>
              <a:t>基于阈值的分割法：设定温度（灰度）阈值，只保留阈值以上的部分（最常用且最简单，阈值的选取是关键）</a:t>
            </a:r>
            <a:endParaRPr lang="en-US" altLang="zh-CN" dirty="0"/>
          </a:p>
          <a:p>
            <a:r>
              <a:rPr lang="en-US" altLang="zh-CN" dirty="0"/>
              <a:t>2. </a:t>
            </a:r>
            <a:r>
              <a:rPr lang="zh-CN" altLang="en-US" dirty="0"/>
              <a:t>基于边缘检测的分割法：根据区域中灰度的变化率（一阶或二阶导数）确定边缘</a:t>
            </a:r>
            <a:endParaRPr lang="en-US" altLang="zh-CN" dirty="0"/>
          </a:p>
          <a:p>
            <a:r>
              <a:rPr lang="en-US" altLang="zh-CN" dirty="0"/>
              <a:t>3. </a:t>
            </a:r>
            <a:r>
              <a:rPr lang="zh-CN" altLang="en-US" dirty="0"/>
              <a:t>基于区域的分割法：</a:t>
            </a:r>
          </a:p>
        </p:txBody>
      </p:sp>
    </p:spTree>
    <p:extLst>
      <p:ext uri="{BB962C8B-B14F-4D97-AF65-F5344CB8AC3E}">
        <p14:creationId xmlns:p14="http://schemas.microsoft.com/office/powerpoint/2010/main" val="23064968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FD0D23-4D89-4FFC-82BC-500CB38E6F0A}"/>
              </a:ext>
            </a:extLst>
          </p:cNvPr>
          <p:cNvSpPr>
            <a:spLocks noGrp="1"/>
          </p:cNvSpPr>
          <p:nvPr>
            <p:ph type="title"/>
          </p:nvPr>
        </p:nvSpPr>
        <p:spPr/>
        <p:txBody>
          <a:bodyPr/>
          <a:lstStyle/>
          <a:p>
            <a:r>
              <a:rPr lang="zh-CN" altLang="en-US" dirty="0"/>
              <a:t>第二步 分割图像</a:t>
            </a:r>
          </a:p>
        </p:txBody>
      </p:sp>
      <p:sp>
        <p:nvSpPr>
          <p:cNvPr id="3" name="内容占位符 2">
            <a:extLst>
              <a:ext uri="{FF2B5EF4-FFF2-40B4-BE49-F238E27FC236}">
                <a16:creationId xmlns:a16="http://schemas.microsoft.com/office/drawing/2014/main" id="{C6025834-BA39-404E-B8BF-026D6C5C0F62}"/>
              </a:ext>
            </a:extLst>
          </p:cNvPr>
          <p:cNvSpPr>
            <a:spLocks noGrp="1"/>
          </p:cNvSpPr>
          <p:nvPr>
            <p:ph idx="1"/>
          </p:nvPr>
        </p:nvSpPr>
        <p:spPr/>
        <p:txBody>
          <a:bodyPr/>
          <a:lstStyle/>
          <a:p>
            <a:r>
              <a:rPr lang="zh-CN" altLang="en-US" dirty="0"/>
              <a:t>目前的红外火焰识别大多是使用阈值分割图像的</a:t>
            </a:r>
            <a:endParaRPr lang="en-US" altLang="zh-CN" dirty="0"/>
          </a:p>
          <a:p>
            <a:r>
              <a:rPr lang="zh-CN" altLang="en-US" dirty="0"/>
              <a:t>阈值分割又可以分为固定阈值和自适应阈值，由于已知目标（火焰）的温度区间，因此可以选用更简单的固定阈值</a:t>
            </a:r>
            <a:endParaRPr lang="en-US" altLang="zh-CN" dirty="0"/>
          </a:p>
          <a:p>
            <a:r>
              <a:rPr lang="zh-CN" altLang="en-US" dirty="0"/>
              <a:t>分割后的图像会包含火焰和高温干扰物</a:t>
            </a:r>
            <a:endParaRPr lang="en-US" altLang="zh-CN" dirty="0"/>
          </a:p>
        </p:txBody>
      </p:sp>
      <p:pic>
        <p:nvPicPr>
          <p:cNvPr id="5" name="图片 4">
            <a:extLst>
              <a:ext uri="{FF2B5EF4-FFF2-40B4-BE49-F238E27FC236}">
                <a16:creationId xmlns:a16="http://schemas.microsoft.com/office/drawing/2014/main" id="{C12975E9-22AE-427B-AFAD-CE07F7D82FF5}"/>
              </a:ext>
            </a:extLst>
          </p:cNvPr>
          <p:cNvPicPr>
            <a:picLocks noChangeAspect="1"/>
          </p:cNvPicPr>
          <p:nvPr/>
        </p:nvPicPr>
        <p:blipFill>
          <a:blip r:embed="rId2"/>
          <a:stretch>
            <a:fillRect/>
          </a:stretch>
        </p:blipFill>
        <p:spPr>
          <a:xfrm>
            <a:off x="3695682" y="4070553"/>
            <a:ext cx="4800635" cy="2209816"/>
          </a:xfrm>
          <a:prstGeom prst="rect">
            <a:avLst/>
          </a:prstGeom>
        </p:spPr>
      </p:pic>
    </p:spTree>
    <p:extLst>
      <p:ext uri="{BB962C8B-B14F-4D97-AF65-F5344CB8AC3E}">
        <p14:creationId xmlns:p14="http://schemas.microsoft.com/office/powerpoint/2010/main" val="20996670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AF8C325-934B-4526-856E-740D86312E05}"/>
              </a:ext>
            </a:extLst>
          </p:cNvPr>
          <p:cNvSpPr>
            <a:spLocks noGrp="1"/>
          </p:cNvSpPr>
          <p:nvPr>
            <p:ph type="title"/>
          </p:nvPr>
        </p:nvSpPr>
        <p:spPr/>
        <p:txBody>
          <a:bodyPr/>
          <a:lstStyle/>
          <a:p>
            <a:r>
              <a:rPr lang="zh-CN" altLang="en-US" dirty="0"/>
              <a:t>第三步 特征识别</a:t>
            </a:r>
          </a:p>
        </p:txBody>
      </p:sp>
      <p:sp>
        <p:nvSpPr>
          <p:cNvPr id="3" name="内容占位符 2">
            <a:extLst>
              <a:ext uri="{FF2B5EF4-FFF2-40B4-BE49-F238E27FC236}">
                <a16:creationId xmlns:a16="http://schemas.microsoft.com/office/drawing/2014/main" id="{6F3FC3E3-4F04-4CA8-AF63-69154E1CBA79}"/>
              </a:ext>
            </a:extLst>
          </p:cNvPr>
          <p:cNvSpPr>
            <a:spLocks noGrp="1"/>
          </p:cNvSpPr>
          <p:nvPr>
            <p:ph idx="1"/>
          </p:nvPr>
        </p:nvSpPr>
        <p:spPr/>
        <p:txBody>
          <a:bodyPr/>
          <a:lstStyle/>
          <a:p>
            <a:r>
              <a:rPr lang="zh-CN" altLang="en-US" dirty="0"/>
              <a:t>根据火焰的特征判断图像中是否有火焰及其具体位置，通常可以分为静态特征识别和动态特征识别</a:t>
            </a:r>
            <a:endParaRPr lang="en-US" altLang="zh-CN" dirty="0"/>
          </a:p>
          <a:p>
            <a:r>
              <a:rPr lang="zh-CN" altLang="en-US" dirty="0"/>
              <a:t>静态识别作用于一张（一帧）图像</a:t>
            </a:r>
            <a:endParaRPr lang="en-US" altLang="zh-CN" dirty="0"/>
          </a:p>
          <a:p>
            <a:r>
              <a:rPr lang="zh-CN" altLang="en-US" dirty="0"/>
              <a:t>动态识别作用于一个序列</a:t>
            </a:r>
            <a:endParaRPr lang="en-US" altLang="zh-CN" dirty="0"/>
          </a:p>
          <a:p>
            <a:endParaRPr lang="en-US" altLang="zh-CN" dirty="0"/>
          </a:p>
          <a:p>
            <a:endParaRPr lang="zh-CN" altLang="en-US" dirty="0"/>
          </a:p>
        </p:txBody>
      </p:sp>
    </p:spTree>
    <p:extLst>
      <p:ext uri="{BB962C8B-B14F-4D97-AF65-F5344CB8AC3E}">
        <p14:creationId xmlns:p14="http://schemas.microsoft.com/office/powerpoint/2010/main" val="29541984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E13A645-AFF0-4D55-A10C-E1EF00B86BF4}"/>
              </a:ext>
            </a:extLst>
          </p:cNvPr>
          <p:cNvSpPr>
            <a:spLocks noGrp="1"/>
          </p:cNvSpPr>
          <p:nvPr>
            <p:ph type="title"/>
          </p:nvPr>
        </p:nvSpPr>
        <p:spPr/>
        <p:txBody>
          <a:bodyPr/>
          <a:lstStyle/>
          <a:p>
            <a:r>
              <a:rPr lang="zh-CN" altLang="en-US" dirty="0"/>
              <a:t>第三步 特征识别</a:t>
            </a:r>
          </a:p>
        </p:txBody>
      </p:sp>
      <p:sp>
        <p:nvSpPr>
          <p:cNvPr id="3" name="内容占位符 2">
            <a:extLst>
              <a:ext uri="{FF2B5EF4-FFF2-40B4-BE49-F238E27FC236}">
                <a16:creationId xmlns:a16="http://schemas.microsoft.com/office/drawing/2014/main" id="{98236C78-1E9C-4334-98E9-6C8957EA8B43}"/>
              </a:ext>
            </a:extLst>
          </p:cNvPr>
          <p:cNvSpPr>
            <a:spLocks noGrp="1"/>
          </p:cNvSpPr>
          <p:nvPr>
            <p:ph idx="1"/>
          </p:nvPr>
        </p:nvSpPr>
        <p:spPr/>
        <p:txBody>
          <a:bodyPr/>
          <a:lstStyle/>
          <a:p>
            <a:r>
              <a:rPr lang="zh-CN" altLang="en-US" dirty="0"/>
              <a:t>动态特征</a:t>
            </a:r>
            <a:endParaRPr lang="en-US" altLang="zh-CN" dirty="0"/>
          </a:p>
          <a:p>
            <a:r>
              <a:rPr lang="zh-CN" altLang="en-US" dirty="0"/>
              <a:t>由于火焰的形状是在时刻变化的，且形状不规则，因此可以通过：</a:t>
            </a:r>
            <a:endParaRPr lang="en-US" altLang="zh-CN" dirty="0"/>
          </a:p>
          <a:p>
            <a:pPr lvl="1"/>
            <a:r>
              <a:rPr lang="zh-CN" altLang="en-US" dirty="0"/>
              <a:t>圆度</a:t>
            </a:r>
            <a:endParaRPr lang="en-US" altLang="zh-CN" dirty="0"/>
          </a:p>
          <a:p>
            <a:pPr lvl="1"/>
            <a:r>
              <a:rPr lang="zh-CN" altLang="en-US" dirty="0"/>
              <a:t>轮廓形状变化</a:t>
            </a:r>
            <a:endParaRPr lang="en-US" altLang="zh-CN" dirty="0"/>
          </a:p>
          <a:p>
            <a:pPr lvl="1"/>
            <a:r>
              <a:rPr lang="zh-CN" altLang="en-US" dirty="0"/>
              <a:t>面积变化量</a:t>
            </a:r>
            <a:endParaRPr lang="en-US" altLang="zh-CN" dirty="0"/>
          </a:p>
          <a:p>
            <a:r>
              <a:rPr lang="zh-CN" altLang="en-US" dirty="0"/>
              <a:t>来判断可疑目标是否为火焰</a:t>
            </a:r>
            <a:endParaRPr lang="en-US" altLang="zh-CN" dirty="0"/>
          </a:p>
        </p:txBody>
      </p:sp>
    </p:spTree>
    <p:extLst>
      <p:ext uri="{BB962C8B-B14F-4D97-AF65-F5344CB8AC3E}">
        <p14:creationId xmlns:p14="http://schemas.microsoft.com/office/powerpoint/2010/main" val="23031601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9EAE03C-877A-4B99-8F7B-70555A6787D1}"/>
              </a:ext>
            </a:extLst>
          </p:cNvPr>
          <p:cNvSpPr>
            <a:spLocks noGrp="1"/>
          </p:cNvSpPr>
          <p:nvPr>
            <p:ph type="title"/>
          </p:nvPr>
        </p:nvSpPr>
        <p:spPr/>
        <p:txBody>
          <a:bodyPr/>
          <a:lstStyle/>
          <a:p>
            <a:r>
              <a:rPr lang="zh-CN" altLang="en-US" dirty="0"/>
              <a:t>第三步 特征识别</a:t>
            </a:r>
          </a:p>
        </p:txBody>
      </p:sp>
      <p:sp>
        <p:nvSpPr>
          <p:cNvPr id="3" name="内容占位符 2">
            <a:extLst>
              <a:ext uri="{FF2B5EF4-FFF2-40B4-BE49-F238E27FC236}">
                <a16:creationId xmlns:a16="http://schemas.microsoft.com/office/drawing/2014/main" id="{25106EA9-EB18-4238-B23C-F77E3B5AE486}"/>
              </a:ext>
            </a:extLst>
          </p:cNvPr>
          <p:cNvSpPr>
            <a:spLocks noGrp="1"/>
          </p:cNvSpPr>
          <p:nvPr>
            <p:ph idx="1"/>
          </p:nvPr>
        </p:nvSpPr>
        <p:spPr>
          <a:xfrm>
            <a:off x="838200" y="1834293"/>
            <a:ext cx="10515600" cy="4351338"/>
          </a:xfrm>
        </p:spPr>
        <p:txBody>
          <a:bodyPr/>
          <a:lstStyle/>
          <a:p>
            <a:r>
              <a:rPr lang="zh-CN" altLang="en-US" dirty="0"/>
              <a:t>动态特征</a:t>
            </a:r>
            <a:endParaRPr lang="en-US" altLang="zh-CN" dirty="0"/>
          </a:p>
          <a:p>
            <a:r>
              <a:rPr lang="zh-CN" altLang="en-US" dirty="0"/>
              <a:t>光流法也可以用于判别火焰，光流法以像素点的强度随时间的变化来表征物体的运动速度和方向。</a:t>
            </a:r>
            <a:endParaRPr lang="en-US" altLang="zh-CN" dirty="0"/>
          </a:p>
          <a:p>
            <a:r>
              <a:rPr lang="zh-CN" altLang="en-US" dirty="0"/>
              <a:t>火焰光流波动较大的地方集中在火焰的上方以及烟雾部分，而火焰中下部的光流波动并不是很明显，火焰光流的一个重要特征是从上到下火焰的不规则运动强度逐步递减。</a:t>
            </a:r>
          </a:p>
        </p:txBody>
      </p:sp>
      <p:pic>
        <p:nvPicPr>
          <p:cNvPr id="5" name="图片 4">
            <a:extLst>
              <a:ext uri="{FF2B5EF4-FFF2-40B4-BE49-F238E27FC236}">
                <a16:creationId xmlns:a16="http://schemas.microsoft.com/office/drawing/2014/main" id="{378FA0CE-B5B2-4DD9-937E-E57CD5382E76}"/>
              </a:ext>
            </a:extLst>
          </p:cNvPr>
          <p:cNvPicPr>
            <a:picLocks noChangeAspect="1"/>
          </p:cNvPicPr>
          <p:nvPr/>
        </p:nvPicPr>
        <p:blipFill>
          <a:blip r:embed="rId2"/>
          <a:stretch>
            <a:fillRect/>
          </a:stretch>
        </p:blipFill>
        <p:spPr>
          <a:xfrm>
            <a:off x="4283471" y="4515970"/>
            <a:ext cx="3729065" cy="2038365"/>
          </a:xfrm>
          <a:prstGeom prst="rect">
            <a:avLst/>
          </a:prstGeom>
        </p:spPr>
      </p:pic>
    </p:spTree>
    <p:extLst>
      <p:ext uri="{BB962C8B-B14F-4D97-AF65-F5344CB8AC3E}">
        <p14:creationId xmlns:p14="http://schemas.microsoft.com/office/powerpoint/2010/main" val="3767745350"/>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58</TotalTime>
  <Words>349</Words>
  <Application>Microsoft Office PowerPoint</Application>
  <PresentationFormat>宽屏</PresentationFormat>
  <Paragraphs>29</Paragraphs>
  <Slides>7</Slides>
  <Notes>0</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7</vt:i4>
      </vt:variant>
    </vt:vector>
  </HeadingPairs>
  <TitlesOfParts>
    <vt:vector size="11" baseType="lpstr">
      <vt:lpstr>等线</vt:lpstr>
      <vt:lpstr>等线 Light</vt:lpstr>
      <vt:lpstr>Arial</vt:lpstr>
      <vt:lpstr>Office 主题​​</vt:lpstr>
      <vt:lpstr>红外目标识别</vt:lpstr>
      <vt:lpstr>第一步 灰度化图像</vt:lpstr>
      <vt:lpstr>第二步 分割图像</vt:lpstr>
      <vt:lpstr>第二步 分割图像</vt:lpstr>
      <vt:lpstr>第三步 特征识别</vt:lpstr>
      <vt:lpstr>第三步 特征识别</vt:lpstr>
      <vt:lpstr>第三步 特征识别</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红外目标识别</dc:title>
  <dc:creator>刘 亦辰</dc:creator>
  <cp:lastModifiedBy>刘 亦辰</cp:lastModifiedBy>
  <cp:revision>10</cp:revision>
  <dcterms:created xsi:type="dcterms:W3CDTF">2021-01-20T02:49:24Z</dcterms:created>
  <dcterms:modified xsi:type="dcterms:W3CDTF">2021-01-20T03:47:25Z</dcterms:modified>
</cp:coreProperties>
</file>