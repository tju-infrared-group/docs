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8" r:id="rId3"/>
    <p:sldId id="259" r:id="rId4"/>
    <p:sldId id="257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C4922B-6599-4B3D-AA0F-27FE9F2FB2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01E4122-162E-425E-AE58-B09590A683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097D64-2638-4BAB-9413-B5342EDA4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26CC-809D-4BEF-BA4B-2A9347E88374}" type="datetimeFigureOut">
              <a:rPr lang="zh-CN" altLang="en-US" smtClean="0"/>
              <a:t>2021/1/14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A892DC-9EC3-4717-98CA-3C2AE041F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9611EF-70F4-439E-B1E6-C72967B06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FA1D-5D98-48B9-AFBD-5B77A4529A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091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A26967-FE31-46C0-9B8A-AC25C7E21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CD0A63-BCB6-42AB-9612-A2B8BC9D4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0F72E5-288A-454D-9015-8B4C0D4D4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26CC-809D-4BEF-BA4B-2A9347E88374}" type="datetimeFigureOut">
              <a:rPr lang="zh-CN" altLang="en-US" smtClean="0"/>
              <a:t>2021/1/14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C708D9-82AF-4498-8458-FF9739805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98748C-87B0-451E-BD88-DA971C0ED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FA1D-5D98-48B9-AFBD-5B77A4529A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832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FC9099-BDAF-4183-AC6B-FF1352513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E2B986-FB4C-4047-89DB-168100CA7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E6CD17-BD92-4753-B626-0AC2C1E37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26CC-809D-4BEF-BA4B-2A9347E88374}" type="datetimeFigureOut">
              <a:rPr lang="zh-CN" altLang="en-US" smtClean="0"/>
              <a:t>2021/1/14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86EED9-D718-430B-BD85-5A5B683B3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61EB00-FD5A-4EA1-A284-BE91D9DEC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FA1D-5D98-48B9-AFBD-5B77A4529A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074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0EB73A-1FDD-46AD-A18F-27F04DEEA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7FAA8-9DB1-4509-AC22-41F674C88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C0A6E3C-09C0-472C-ABF0-97F28EAC6B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A80E64-BF01-4F43-B061-98FD6823C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26CC-809D-4BEF-BA4B-2A9347E88374}" type="datetimeFigureOut">
              <a:rPr lang="zh-CN" altLang="en-US" smtClean="0"/>
              <a:t>2021/1/14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EF4A29-C31F-4F65-8896-4152816FA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6FB0278-14CE-4AA1-BB3C-F61672B97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FA1D-5D98-48B9-AFBD-5B77A4529A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997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53AABC-5745-43A5-A0B2-25DF1C395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4F75DC-E920-471F-B3EE-C45540EE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526BEF-5BA4-40DC-8201-A9C5349363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81BFFF4-FCE2-4A66-9036-63A053A44B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2B6B0C4-4682-4FC6-94D7-AA13B525DC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04EC22F-A4A9-4B79-9D32-77036CB43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26CC-809D-4BEF-BA4B-2A9347E88374}" type="datetimeFigureOut">
              <a:rPr lang="zh-CN" altLang="en-US" smtClean="0"/>
              <a:t>2021/1/14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04A9374-5E82-4573-B17B-3011661F1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DC5AF53-FADF-49A4-98CC-4FB4E49F3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FA1D-5D98-48B9-AFBD-5B77A4529A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497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6B57E3-F11B-4404-A50B-20A7382E0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69592C8-4159-43FB-BAED-B1FBDF707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26CC-809D-4BEF-BA4B-2A9347E88374}" type="datetimeFigureOut">
              <a:rPr lang="zh-CN" altLang="en-US" smtClean="0"/>
              <a:t>2021/1/14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80AA839-6BBB-47B4-9783-4D7C8E0DE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4A4B8E1-A375-4703-AA33-8B3BA8D96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FA1D-5D98-48B9-AFBD-5B77A4529A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7298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F041988-7DD9-410A-8C24-638DFADA4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26CC-809D-4BEF-BA4B-2A9347E88374}" type="datetimeFigureOut">
              <a:rPr lang="zh-CN" altLang="en-US" smtClean="0"/>
              <a:t>2021/1/14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97A45DA-FC96-4A49-83F7-1E32436B7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B198A3-C8C1-4505-B635-96F3A0B54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FA1D-5D98-48B9-AFBD-5B77A4529A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09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1A8DCF-D301-437C-902B-5BB2E17E1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22455D-35C5-42C6-9202-B51FEA8CF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176839E-1518-40DA-8F12-39BE0D865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389D60-3955-4BF2-A1C4-EDD05DD0F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26CC-809D-4BEF-BA4B-2A9347E88374}" type="datetimeFigureOut">
              <a:rPr lang="zh-CN" altLang="en-US" smtClean="0"/>
              <a:t>2021/1/14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89967F-C836-4C7C-8E82-127B97C40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18AE1E-5983-4509-8F92-2732533F4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FA1D-5D98-48B9-AFBD-5B77A4529A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4315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63F82D-3BBF-4E14-AC8C-E3DF0AD0B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AACF6E4-1C78-45A7-BB0F-4D157388CF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C758994-1E4E-4846-A03E-78B59B5B1A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EC4485-678F-4272-9D40-6DF328B3C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26CC-809D-4BEF-BA4B-2A9347E88374}" type="datetimeFigureOut">
              <a:rPr lang="zh-CN" altLang="en-US" smtClean="0"/>
              <a:t>2021/1/14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5E8ED66-582B-46F2-B5AC-913DEC80E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7A2BC8C-54F0-4A2C-8DAC-21114205A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FA1D-5D98-48B9-AFBD-5B77A4529A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5373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4A228A-31A0-4D54-95BB-72F2D2EF4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4C051D6-6A62-4444-8699-385F15EEAA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9AEA6F-7334-4C7E-908C-0BDD0D95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26CC-809D-4BEF-BA4B-2A9347E88374}" type="datetimeFigureOut">
              <a:rPr lang="zh-CN" altLang="en-US" smtClean="0"/>
              <a:t>2021/1/14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3DBEB1-48A7-4BE1-A061-34497F6A4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14957B-609A-4404-9680-61DE8573D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FA1D-5D98-48B9-AFBD-5B77A4529A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285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A8F952C-8DA7-4EF3-9B05-EE36AA55DC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5750322-C495-49DC-85E9-4FD1DC7A3A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00A13A-BDCF-4409-BBFC-905427B0B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026CC-809D-4BEF-BA4B-2A9347E88374}" type="datetimeFigureOut">
              <a:rPr lang="zh-CN" altLang="en-US" smtClean="0"/>
              <a:t>2021/1/14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BC2424-309F-4D0C-964B-5B3A01868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6B57CE-EC5E-4C92-A69C-8AD778BF2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FA1D-5D98-48B9-AFBD-5B77A4529A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499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A6A135F-E288-4503-AE2B-BE9C9E1B7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B05CCB-7360-4D3B-BCBB-AF401467A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BDCD03-8332-4FDF-A97D-70714F45A0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C026CC-809D-4BEF-BA4B-2A9347E88374}" type="datetimeFigureOut">
              <a:rPr lang="zh-CN" altLang="en-US" smtClean="0"/>
              <a:t>2021/1/14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8AAA20-E755-4413-9694-CCBDF3A0BF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9199B5-E92D-4CE1-8EAF-6C3D12DFE4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EDFA1D-5D98-48B9-AFBD-5B77A4529A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5434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C2607F-254F-4100-BDAD-117ECA45F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7622"/>
            <a:ext cx="10515600" cy="5279341"/>
          </a:xfrm>
        </p:spPr>
        <p:txBody>
          <a:bodyPr/>
          <a:lstStyle/>
          <a:p>
            <a:r>
              <a:rPr lang="zh-CN" altLang="en-US" dirty="0"/>
              <a:t>高德红外</a:t>
            </a:r>
            <a:endParaRPr lang="en-US" altLang="zh-CN" dirty="0"/>
          </a:p>
          <a:p>
            <a:r>
              <a:rPr lang="zh-CN" altLang="en-US" dirty="0"/>
              <a:t>大立科技</a:t>
            </a:r>
            <a:endParaRPr lang="en-US" altLang="zh-CN" dirty="0"/>
          </a:p>
          <a:p>
            <a:r>
              <a:rPr lang="zh-CN" altLang="en-US" dirty="0"/>
              <a:t>艾睿光电</a:t>
            </a:r>
            <a:endParaRPr lang="en-US" altLang="zh-CN" dirty="0"/>
          </a:p>
          <a:p>
            <a:r>
              <a:rPr lang="zh-CN" altLang="en-US" dirty="0"/>
              <a:t>海康微影</a:t>
            </a:r>
            <a:endParaRPr lang="en-US" altLang="zh-CN" dirty="0"/>
          </a:p>
          <a:p>
            <a:r>
              <a:rPr lang="zh-CN" altLang="en-US" dirty="0"/>
              <a:t>大华</a:t>
            </a:r>
            <a:endParaRPr lang="en-US" altLang="zh-CN" dirty="0"/>
          </a:p>
          <a:p>
            <a:r>
              <a:rPr lang="en-US" altLang="zh-CN" dirty="0"/>
              <a:t>FLIR</a:t>
            </a:r>
          </a:p>
          <a:p>
            <a:r>
              <a:rPr lang="en-US" altLang="zh-CN" dirty="0"/>
              <a:t>FLUKE</a:t>
            </a:r>
          </a:p>
          <a:p>
            <a:r>
              <a:rPr lang="en-US" altLang="zh-CN" dirty="0"/>
              <a:t>ULIS</a:t>
            </a:r>
          </a:p>
          <a:p>
            <a:r>
              <a:rPr lang="zh-CN" altLang="en-US" dirty="0"/>
              <a:t>大疆</a:t>
            </a:r>
          </a:p>
        </p:txBody>
      </p:sp>
    </p:spTree>
    <p:extLst>
      <p:ext uri="{BB962C8B-B14F-4D97-AF65-F5344CB8AC3E}">
        <p14:creationId xmlns:p14="http://schemas.microsoft.com/office/powerpoint/2010/main" val="805446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06B9DA9-66EE-4355-BD1D-A9B35BBDE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364" y="239277"/>
            <a:ext cx="7602011" cy="164805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9EA71E2-2324-46D3-8F77-D5D7E784B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993" y="2122414"/>
            <a:ext cx="6477217" cy="393073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6D38368-3392-4461-BD7D-A1DEDFE875C0}"/>
              </a:ext>
            </a:extLst>
          </p:cNvPr>
          <p:cNvSpPr txBox="1"/>
          <p:nvPr/>
        </p:nvSpPr>
        <p:spPr>
          <a:xfrm>
            <a:off x="5595457" y="626657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高德红外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7F2B807-0D04-40AC-89D2-23066E5D07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680" y="2558451"/>
            <a:ext cx="2082283" cy="195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960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D241324-599C-4F59-89AA-9C084979B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63" y="230188"/>
            <a:ext cx="7870820" cy="211034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84FE542-B4CE-4963-8008-2BD5EA634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19" y="3097044"/>
            <a:ext cx="8288323" cy="284085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B9B00CC-633E-49C9-84B8-A5337174F376}"/>
              </a:ext>
            </a:extLst>
          </p:cNvPr>
          <p:cNvSpPr txBox="1"/>
          <p:nvPr/>
        </p:nvSpPr>
        <p:spPr>
          <a:xfrm>
            <a:off x="5595457" y="626657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高德红外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50298B6-BB32-4AC3-A6C8-504EA52F10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8107" y="920103"/>
            <a:ext cx="3073868" cy="3063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442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6EC3880-D10F-4B60-B316-B46E88927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85" y="125835"/>
            <a:ext cx="8644041" cy="556356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FB7C052-67A3-45DC-962C-E57186FD681D}"/>
              </a:ext>
            </a:extLst>
          </p:cNvPr>
          <p:cNvSpPr txBox="1"/>
          <p:nvPr/>
        </p:nvSpPr>
        <p:spPr>
          <a:xfrm>
            <a:off x="5872294" y="582196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大立科技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CAA16F6-70B4-4B80-B2C1-9CD0E6734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4555" y="970042"/>
            <a:ext cx="1628775" cy="152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210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E804939-76D8-4F4B-81DD-9289A3245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85" y="0"/>
            <a:ext cx="8582010" cy="264384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5112EA6-9F6A-452B-A594-8E1B9C1519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962" t="13189" r="32888" b="30533"/>
          <a:stretch/>
        </p:blipFill>
        <p:spPr>
          <a:xfrm>
            <a:off x="9118833" y="570450"/>
            <a:ext cx="2155972" cy="157713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FC54A96-710E-49B5-881B-BA6568B6A4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76" y="2643847"/>
            <a:ext cx="8239482" cy="212040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F07A071-5568-4ECA-BFEB-0B4953D913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8658" y="3134099"/>
            <a:ext cx="3890028" cy="108005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829DBA3E-6A27-436C-88AB-BA071B8A54A3}"/>
              </a:ext>
            </a:extLst>
          </p:cNvPr>
          <p:cNvSpPr txBox="1"/>
          <p:nvPr/>
        </p:nvSpPr>
        <p:spPr>
          <a:xfrm>
            <a:off x="6096000" y="590585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艾睿光电</a:t>
            </a:r>
          </a:p>
        </p:txBody>
      </p:sp>
    </p:spTree>
    <p:extLst>
      <p:ext uri="{BB962C8B-B14F-4D97-AF65-F5344CB8AC3E}">
        <p14:creationId xmlns:p14="http://schemas.microsoft.com/office/powerpoint/2010/main" val="298830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BE0EC93-65EE-46FA-B793-D524F9F70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79" y="435535"/>
            <a:ext cx="8796639" cy="260966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D114189-7BAF-4F77-AF63-36A498EA0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9256" y="833787"/>
            <a:ext cx="3220465" cy="181713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FEFEE3E-FAB8-4695-AE3A-6BD186451F51}"/>
              </a:ext>
            </a:extLst>
          </p:cNvPr>
          <p:cNvSpPr txBox="1"/>
          <p:nvPr/>
        </p:nvSpPr>
        <p:spPr>
          <a:xfrm>
            <a:off x="6096000" y="590585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艾睿光电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955DE2F-5197-4CBB-A439-4E7C8AEDF5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670" y="3221373"/>
            <a:ext cx="8549855" cy="160309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0D10A3F-75FB-4E50-90EF-FA731FE5ED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4960" y="3078210"/>
            <a:ext cx="1829055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7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D50047-4A78-474B-A143-471A17F6C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1453"/>
            <a:ext cx="10515600" cy="5455510"/>
          </a:xfrm>
        </p:spPr>
        <p:txBody>
          <a:bodyPr/>
          <a:lstStyle/>
          <a:p>
            <a:r>
              <a:rPr lang="zh-CN" altLang="en-US" dirty="0"/>
              <a:t>上位机运算平台</a:t>
            </a:r>
            <a:endParaRPr lang="en-US" altLang="zh-CN" dirty="0"/>
          </a:p>
          <a:p>
            <a:r>
              <a:rPr lang="zh-CN" altLang="en-US" dirty="0"/>
              <a:t>图传</a:t>
            </a:r>
            <a:endParaRPr lang="en-US" altLang="zh-CN" dirty="0"/>
          </a:p>
          <a:p>
            <a:r>
              <a:rPr lang="zh-CN" altLang="en-US" dirty="0"/>
              <a:t>双光吊舱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796362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42</Words>
  <Application>Microsoft Office PowerPoint</Application>
  <PresentationFormat>宽屏</PresentationFormat>
  <Paragraphs>17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Zhou Minnan</dc:creator>
  <cp:lastModifiedBy>Zhou Minnan</cp:lastModifiedBy>
  <cp:revision>5</cp:revision>
  <dcterms:created xsi:type="dcterms:W3CDTF">2021-01-14T00:38:29Z</dcterms:created>
  <dcterms:modified xsi:type="dcterms:W3CDTF">2021-01-14T02:31:46Z</dcterms:modified>
</cp:coreProperties>
</file>